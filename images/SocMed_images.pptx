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97"/>
  </p:normalViewPr>
  <p:slideViewPr>
    <p:cSldViewPr snapToGrid="0" snapToObjects="1">
      <p:cViewPr varScale="1">
        <p:scale>
          <a:sx n="107" d="100"/>
          <a:sy n="107" d="100"/>
        </p:scale>
        <p:origin x="73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C9664-77D0-784C-A8B7-0FE2F30262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717CE3-5AED-A241-9EBE-7CB9C1E801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28F5CF-7C3A-5A43-A966-F234C3699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59D8F-53BE-584C-829D-6988EBC00392}" type="datetimeFigureOut">
              <a:rPr lang="en-US" smtClean="0"/>
              <a:t>8/27/20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2AF054-C777-E046-BF80-EC5FFFD3F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9C82E6-29BF-AC4A-AE28-5297B0BFD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4643F-C203-D245-952F-F4D28BE347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0543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CB4FA-4262-E343-A3EC-A86C2B2EA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F6F598-4037-9141-AD05-0AE64A50EA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8BCA36-7C10-2A4C-80DE-DCB95911F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59D8F-53BE-584C-829D-6988EBC00392}" type="datetimeFigureOut">
              <a:rPr lang="en-US" smtClean="0"/>
              <a:t>8/27/20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179E9D-4B28-A640-B53C-FB0CB13E0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DF92FC-B471-D643-B506-153255F15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4643F-C203-D245-952F-F4D28BE347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8565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B4EB3-4D3C-AA4A-9811-746446904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5C16C9-0E68-3B4E-A06A-A64262D78A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0E8EB7-D106-D749-9A94-4C13E9A24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59D8F-53BE-584C-829D-6988EBC00392}" type="datetimeFigureOut">
              <a:rPr lang="en-US" smtClean="0"/>
              <a:t>8/27/20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7AFCE-AC53-FA46-A115-57E680492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C3DBCC-703D-2F40-BA40-D1B74AC15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4643F-C203-D245-952F-F4D28BE347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6514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9827D-D413-FD47-8304-F80410900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043B8A-948F-1B4B-98EB-8E81A458A7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1B1BA3-241E-C741-B101-4AD2A4143E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1E6D20-BCDF-4442-81EC-38E5C0DE9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59D8F-53BE-584C-829D-6988EBC00392}" type="datetimeFigureOut">
              <a:rPr lang="en-US" smtClean="0"/>
              <a:t>8/27/20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22C8ED-008B-2541-871B-CC73CF1FA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8D20FF-0DA2-5F4E-86BA-52DB7B06F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4643F-C203-D245-952F-F4D28BE347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918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D2504-DFB5-EB4B-89DD-A33197C19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35F468-D5CD-6D48-B410-5775CE9656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E6917A-47B7-4D43-ADFC-4FE425F5B1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8496BF-D090-FB40-AD6B-7C9A77D079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CBBAB6-EA86-BF41-A211-460D8391CD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D1FDF3-9D8C-0B4B-B1A0-01BF4B6B0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59D8F-53BE-584C-829D-6988EBC00392}" type="datetimeFigureOut">
              <a:rPr lang="en-US" smtClean="0"/>
              <a:t>8/27/20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029E11-2998-0145-B342-1E6A53118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26A151-C48A-C244-9753-6B0880F60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4643F-C203-D245-952F-F4D28BE347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175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7D03B-B30D-7744-B9DB-A8818730B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452850-7042-2147-BBDD-AAA6DE9A7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59D8F-53BE-584C-829D-6988EBC00392}" type="datetimeFigureOut">
              <a:rPr lang="en-US" smtClean="0"/>
              <a:t>8/27/20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CDDE1F-738D-7948-91BA-5DA42E36F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EFE8AA-E5F4-414A-AC05-E0238832C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4643F-C203-D245-952F-F4D28BE347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8792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90F125-70EC-8F49-B78F-E545F6C36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59D8F-53BE-584C-829D-6988EBC00392}" type="datetimeFigureOut">
              <a:rPr lang="en-US" smtClean="0"/>
              <a:t>8/27/20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D517BA-DD31-2046-9F62-C0C739350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E7F160-2A9E-D641-89C3-96422C154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4643F-C203-D245-952F-F4D28BE347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5921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BACC7-1B90-2445-AB86-5C0059421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D9787A-4CD1-1449-BD8E-0802A36620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277A9A-8292-A143-A603-B8EC7827C9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4446AB-D96D-A848-BB43-65CFEBD3D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59D8F-53BE-584C-829D-6988EBC00392}" type="datetimeFigureOut">
              <a:rPr lang="en-US" smtClean="0"/>
              <a:t>8/27/20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D82EC1-88F2-DA45-A213-8939BE96C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27FB9E-CE75-CB40-A4AC-B67959FE2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4643F-C203-D245-952F-F4D28BE347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1367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975E3-1C95-8D48-BC13-3FF4D29F6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77371B-3172-BA44-A8F3-00306D3833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D1B129-B16B-AF47-8B9E-2F96AC04B3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41F748-4946-6F49-92D1-FF3E1F692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59D8F-53BE-584C-829D-6988EBC00392}" type="datetimeFigureOut">
              <a:rPr lang="en-US" smtClean="0"/>
              <a:t>8/27/20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CB6D55-1C58-014E-A0E9-4841F1905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B2DBDF-9253-E442-9C53-662202655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4643F-C203-D245-952F-F4D28BE347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874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C7390-F1E1-7C40-B9F7-5D27EB079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74B3EE-E685-E14D-A833-59601241F5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3E318B-F64C-4D4D-BA40-8410FEADD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59D8F-53BE-584C-829D-6988EBC00392}" type="datetimeFigureOut">
              <a:rPr lang="en-US" smtClean="0"/>
              <a:t>8/27/20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73DE81-8E87-AF42-92A6-F8F8A254D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9E27D5-BA42-174E-893B-2117A68E9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4643F-C203-D245-952F-F4D28BE347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4756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2F5B81-4D97-6A47-A089-12B0DAA8EF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C1F9CE-740F-9A44-9981-87EC09CA85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45A6BB-4E3B-BC4D-9E64-8DC160851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59D8F-53BE-584C-829D-6988EBC00392}" type="datetimeFigureOut">
              <a:rPr lang="en-US" smtClean="0"/>
              <a:t>8/27/20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E124E7-622C-E241-9394-C4E0D14AC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109475-B821-8849-B6F6-018726BD4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4643F-C203-D245-952F-F4D28BE347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88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AAD7A1-A3F4-9345-88A8-B12089236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015E15-55C1-6A48-BE00-479FBA4168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C68339-97EA-A245-8955-98370C1CF3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359D8F-53BE-584C-829D-6988EBC00392}" type="datetimeFigureOut">
              <a:rPr lang="en-US" smtClean="0"/>
              <a:t>8/27/20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078FF9-43F6-FC48-80AD-201F78FA90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F09E56-E968-044C-85FC-4B8364C355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D4643F-C203-D245-952F-F4D28BE347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185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87F95962-AA75-4B4D-A0BE-34D22A9EC456}"/>
              </a:ext>
            </a:extLst>
          </p:cNvPr>
          <p:cNvGrpSpPr/>
          <p:nvPr/>
        </p:nvGrpSpPr>
        <p:grpSpPr>
          <a:xfrm>
            <a:off x="4001984" y="1116281"/>
            <a:ext cx="4168239" cy="5070763"/>
            <a:chOff x="4001984" y="1116281"/>
            <a:chExt cx="4168239" cy="507076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E895828-2EEB-F14F-9869-F8B8A6F95BEF}"/>
                </a:ext>
              </a:extLst>
            </p:cNvPr>
            <p:cNvSpPr/>
            <p:nvPr/>
          </p:nvSpPr>
          <p:spPr>
            <a:xfrm>
              <a:off x="4001984" y="1116281"/>
              <a:ext cx="4168239" cy="507076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Picture 11" descr="A close up of a mans face&#10;&#10;Description automatically generated">
              <a:extLst>
                <a:ext uri="{FF2B5EF4-FFF2-40B4-BE49-F238E27FC236}">
                  <a16:creationId xmlns:a16="http://schemas.microsoft.com/office/drawing/2014/main" id="{9D930FD3-2797-864A-B9EB-ED484C560D3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401540" y="1509733"/>
              <a:ext cx="800100" cy="77470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272DB12-1051-BC41-8CB6-0D61FDB9BC80}"/>
                </a:ext>
              </a:extLst>
            </p:cNvPr>
            <p:cNvSpPr txBox="1"/>
            <p:nvPr/>
          </p:nvSpPr>
          <p:spPr>
            <a:xfrm>
              <a:off x="5373408" y="1941615"/>
              <a:ext cx="14253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Username</a:t>
              </a:r>
            </a:p>
          </p:txBody>
        </p:sp>
        <p:pic>
          <p:nvPicPr>
            <p:cNvPr id="15" name="Picture 14" descr="A picture containing drawing, table&#10;&#10;Description automatically generated">
              <a:extLst>
                <a:ext uri="{FF2B5EF4-FFF2-40B4-BE49-F238E27FC236}">
                  <a16:creationId xmlns:a16="http://schemas.microsoft.com/office/drawing/2014/main" id="{68B66FB2-3D20-B841-A383-05914F95DA5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81223" y="5287963"/>
              <a:ext cx="608703" cy="664605"/>
            </a:xfrm>
            <a:prstGeom prst="rect">
              <a:avLst/>
            </a:prstGeom>
          </p:spPr>
        </p:pic>
        <p:pic>
          <p:nvPicPr>
            <p:cNvPr id="17" name="Picture 16" descr="A close up of a sign&#10;&#10;Description automatically generated">
              <a:extLst>
                <a:ext uri="{FF2B5EF4-FFF2-40B4-BE49-F238E27FC236}">
                  <a16:creationId xmlns:a16="http://schemas.microsoft.com/office/drawing/2014/main" id="{536E6CDA-BD26-6340-B2AB-825A3252260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199803" y="5287962"/>
              <a:ext cx="592757" cy="66460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897083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F7E240C-4A50-3C46-B313-B146CECE90F3}"/>
              </a:ext>
            </a:extLst>
          </p:cNvPr>
          <p:cNvCxnSpPr>
            <a:cxnSpLocks/>
          </p:cNvCxnSpPr>
          <p:nvPr/>
        </p:nvCxnSpPr>
        <p:spPr>
          <a:xfrm>
            <a:off x="3087584" y="1603169"/>
            <a:ext cx="2327564" cy="299258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61424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365</TotalTime>
  <Words>1</Words>
  <Application>Microsoft Macintosh PowerPoint</Application>
  <PresentationFormat>Widescreen</PresentationFormat>
  <Paragraphs>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Jessica Mow</dc:creator>
  <cp:lastModifiedBy>Jessica Mow</cp:lastModifiedBy>
  <cp:revision>5</cp:revision>
  <dcterms:created xsi:type="dcterms:W3CDTF">2020-08-27T16:14:18Z</dcterms:created>
  <dcterms:modified xsi:type="dcterms:W3CDTF">2020-08-27T22:19:28Z</dcterms:modified>
</cp:coreProperties>
</file>